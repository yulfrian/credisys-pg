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s-D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646CF6-A635-3ACE-6CA6-9BDCCD0844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DFBECB5-E739-5BBE-2C4B-3E6AFB0253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D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3A76531-BE35-CD52-0C80-E4C182A390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BD41F-BE13-453C-AB0A-EDC806D47D1B}" type="datetimeFigureOut">
              <a:rPr lang="es-DO" smtClean="0"/>
              <a:t>5/4/2026</a:t>
            </a:fld>
            <a:endParaRPr lang="es-D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717E638-D14B-BBE9-F59E-CBE10B7F2F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2AB30FB-6C92-96AA-0A4B-C8FC9AA608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438F9-1B14-431E-8AED-14027B829A57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12071660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079F1B-E6A8-70A3-DDEC-C406AF09EF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4BB2A31-5DCF-B0EB-3140-A9D9D519F1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73ED318-8C3A-9D6D-AA01-BD9AACC597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BD41F-BE13-453C-AB0A-EDC806D47D1B}" type="datetimeFigureOut">
              <a:rPr lang="es-DO" smtClean="0"/>
              <a:t>5/4/2026</a:t>
            </a:fld>
            <a:endParaRPr lang="es-D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F81EFF8-D451-D4AE-077A-20FEB93C44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B3644B5-29E6-F8EE-2953-4992E138D1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438F9-1B14-431E-8AED-14027B829A57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10140472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7C38EC-F2EF-1317-D67D-FBBFEB8C7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19925D1-F368-BDD3-57C7-E124FBCFB5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E7D15AD-1145-1F14-1F8B-F50EF49097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BD41F-BE13-453C-AB0A-EDC806D47D1B}" type="datetimeFigureOut">
              <a:rPr lang="es-DO" smtClean="0"/>
              <a:t>5/4/2026</a:t>
            </a:fld>
            <a:endParaRPr lang="es-D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16BAE12-3EE5-3DA0-2DCA-8A478D830C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22D56A4-2FF6-34E0-6E3F-E28E8396E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438F9-1B14-431E-8AED-14027B829A57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32043062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76F6CF-5ACC-D977-E981-A401ED0826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B9E0978-52A0-B364-F5D1-DCB09F02D8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3FAC8A0-3EE0-90C4-6B79-2C254B7DDA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BEDF9A9-30FA-3497-41A9-EFC036AC6E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BD41F-BE13-453C-AB0A-EDC806D47D1B}" type="datetimeFigureOut">
              <a:rPr lang="es-DO" smtClean="0"/>
              <a:t>5/4/2026</a:t>
            </a:fld>
            <a:endParaRPr lang="es-D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687DEE4-DDAA-A84F-96BC-7C92F58375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2F04C28-B82F-042D-8770-3402C3399A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438F9-1B14-431E-8AED-14027B829A57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38038468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CB9BFA-8FC4-EFFC-2967-40445A9F59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2A28F1D-9941-AB8C-0798-DE65FF6FBB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9F082F1-63B2-A75C-F8E1-9CFA9C5778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251F6BD6-4A60-564F-0E18-B8EC026A01A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7E1F5481-13AA-6C50-048C-78B6B65174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C6C6E234-15E4-4240-9510-39CF66ABE0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BD41F-BE13-453C-AB0A-EDC806D47D1B}" type="datetimeFigureOut">
              <a:rPr lang="es-DO" smtClean="0"/>
              <a:t>5/4/2026</a:t>
            </a:fld>
            <a:endParaRPr lang="es-D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A1CFD0D6-23BA-2354-6ECB-EB6D14A1E0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1AEE7FD0-B79F-8C0E-8E79-76B8FBCB48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438F9-1B14-431E-8AED-14027B829A57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10453332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BBC107-2720-D4F5-AEE9-B6884A9F6B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B963882-35FD-1B5F-F87D-1235B646A4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BD41F-BE13-453C-AB0A-EDC806D47D1B}" type="datetimeFigureOut">
              <a:rPr lang="es-DO" smtClean="0"/>
              <a:t>5/4/2026</a:t>
            </a:fld>
            <a:endParaRPr lang="es-D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78FE82DC-1D46-2355-AA27-F5019F0A91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6E76229A-3B64-A26B-1FFE-BD33CB8B7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438F9-1B14-431E-8AED-14027B829A57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29400250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2BDE2C9C-4311-67A9-A009-3A4F3F8BF9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BD41F-BE13-453C-AB0A-EDC806D47D1B}" type="datetimeFigureOut">
              <a:rPr lang="es-DO" smtClean="0"/>
              <a:t>5/4/2026</a:t>
            </a:fld>
            <a:endParaRPr lang="es-D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0D49D997-2481-9670-DC4D-D0D9663E4D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5752D7B-0C4A-1C64-740C-05FB2CEDE7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438F9-1B14-431E-8AED-14027B829A57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5119072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F6BE96-46A0-97F7-31D6-579914361B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09A7EA6-286A-4BDF-C483-E0EEBD2EC5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2E26BDC-06C0-B212-A109-C9AE8FB5FE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DC84636-475E-8FB9-BED4-7925FA45B4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BD41F-BE13-453C-AB0A-EDC806D47D1B}" type="datetimeFigureOut">
              <a:rPr lang="es-DO" smtClean="0"/>
              <a:t>5/4/2026</a:t>
            </a:fld>
            <a:endParaRPr lang="es-D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98AC51C-B5A2-AB53-1386-B21037B9F7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2F6BBFA-4A1A-51FD-03B0-C0FC25CE1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438F9-1B14-431E-8AED-14027B829A57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14493850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EA594F-D2FC-2608-BA01-B6E49AF05F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E2279608-5E27-EDC7-E4F8-86BD34D02F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D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6350033-0E1A-F4CA-6C23-DCBA5B071E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5112871-9F46-6470-BDB7-70D5CA9798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BD41F-BE13-453C-AB0A-EDC806D47D1B}" type="datetimeFigureOut">
              <a:rPr lang="es-DO" smtClean="0"/>
              <a:t>5/4/2026</a:t>
            </a:fld>
            <a:endParaRPr lang="es-D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B43D331-BE1A-18F0-E888-7B3D55D9DB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7D9C427-B511-2E8A-7B6A-75FBF73057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438F9-1B14-431E-8AED-14027B829A57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524018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A1046E-4AAC-DA96-DCD7-9F1A3A939D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CADB885-D1C8-F4BE-D1A5-86E43875AB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F8BB7AA-8281-EBDA-FCDC-13660185D5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BD41F-BE13-453C-AB0A-EDC806D47D1B}" type="datetimeFigureOut">
              <a:rPr lang="es-DO" smtClean="0"/>
              <a:t>5/4/2026</a:t>
            </a:fld>
            <a:endParaRPr lang="es-D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E5135BB-88C0-F242-7ACB-2A4D3455E6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3891DE5-41FE-6D66-13AF-B6B0F7E64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438F9-1B14-431E-8AED-14027B829A57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7260209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78DFD9A-7079-F799-38EF-8D5C7BCCAE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E5D5E14-1795-C720-C196-65A67264CA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BFFA683-6347-E88D-37C9-42EE33B376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BD41F-BE13-453C-AB0A-EDC806D47D1B}" type="datetimeFigureOut">
              <a:rPr lang="es-DO" smtClean="0"/>
              <a:t>5/4/2026</a:t>
            </a:fld>
            <a:endParaRPr lang="es-D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1DD554C-9EB2-34C8-ED69-44E5434099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EF40BE0-C337-3FCC-86DD-688D84DC5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438F9-1B14-431E-8AED-14027B829A57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32033958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1000DFB-52A1-D037-835C-CC18C4C4FA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027A052-95A0-EC82-3183-3F0BAECFA1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5776C79-07E1-D39B-BA3B-95761F4F1C8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0BD41F-BE13-453C-AB0A-EDC806D47D1B}" type="datetimeFigureOut">
              <a:rPr lang="es-DO" smtClean="0"/>
              <a:t>5/4/2026</a:t>
            </a:fld>
            <a:endParaRPr lang="es-D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B509B20-12A6-9721-68D2-7AC75CB6CD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D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387BAD2-29E4-49F8-16EA-26195A941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A438F9-1B14-431E-8AED-14027B829A57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14697101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D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27E45200-D094-985A-B74F-ED4CB7292F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9621" y="255872"/>
            <a:ext cx="9432758" cy="4339069"/>
          </a:xfrm>
          <a:prstGeom prst="rect">
            <a:avLst/>
          </a:prstGeom>
        </p:spPr>
      </p:pic>
      <p:sp>
        <p:nvSpPr>
          <p:cNvPr id="13" name="CuadroTexto 12">
            <a:extLst>
              <a:ext uri="{FF2B5EF4-FFF2-40B4-BE49-F238E27FC236}">
                <a16:creationId xmlns:a16="http://schemas.microsoft.com/office/drawing/2014/main" id="{70E8B5EA-66E7-62E6-7020-E3BA8AD897FE}"/>
              </a:ext>
            </a:extLst>
          </p:cNvPr>
          <p:cNvSpPr txBox="1"/>
          <p:nvPr/>
        </p:nvSpPr>
        <p:spPr>
          <a:xfrm>
            <a:off x="1379621" y="5109328"/>
            <a:ext cx="111484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DO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SISTEMA DE CONTROL DE PRÉSTAMOS FINANCIEROS </a:t>
            </a:r>
          </a:p>
        </p:txBody>
      </p:sp>
    </p:spTree>
    <p:extLst>
      <p:ext uri="{BB962C8B-B14F-4D97-AF65-F5344CB8AC3E}">
        <p14:creationId xmlns:p14="http://schemas.microsoft.com/office/powerpoint/2010/main" val="22501421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Logo azul UAPA">
            <a:extLst>
              <a:ext uri="{FF2B5EF4-FFF2-40B4-BE49-F238E27FC236}">
                <a16:creationId xmlns:a16="http://schemas.microsoft.com/office/drawing/2014/main" id="{D7E8B130-3F34-CF98-5075-A29C542452F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95980" y="0"/>
            <a:ext cx="5400040" cy="256032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28FF36F4-C24E-B3F3-B98C-9913FDC89EEE}"/>
              </a:ext>
            </a:extLst>
          </p:cNvPr>
          <p:cNvSpPr txBox="1"/>
          <p:nvPr/>
        </p:nvSpPr>
        <p:spPr>
          <a:xfrm>
            <a:off x="2386263" y="2820353"/>
            <a:ext cx="7419474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DO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José Fernández-100089698</a:t>
            </a:r>
            <a:br>
              <a:rPr lang="es-DO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DO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José Manuel Ovalle-100045600</a:t>
            </a:r>
            <a:br>
              <a:rPr lang="es-DO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DO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Julrian</a:t>
            </a:r>
            <a:r>
              <a:rPr lang="es-DO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Estévez-100086724</a:t>
            </a:r>
            <a:br>
              <a:rPr lang="es-DO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DO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Héctor Bienvenido Tejeda Báez-100090291</a:t>
            </a:r>
            <a:br>
              <a:rPr lang="es-DO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DO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Delaney María Abreu de la Cruz-100080048</a:t>
            </a:r>
            <a:br>
              <a:rPr lang="es-DO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DO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Elisaul</a:t>
            </a:r>
            <a:r>
              <a:rPr lang="es-DO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Jesús Espinal Fernández-100071580</a:t>
            </a:r>
          </a:p>
          <a:p>
            <a:endParaRPr lang="es-DO" dirty="0"/>
          </a:p>
        </p:txBody>
      </p:sp>
    </p:spTree>
    <p:extLst>
      <p:ext uri="{BB962C8B-B14F-4D97-AF65-F5344CB8AC3E}">
        <p14:creationId xmlns:p14="http://schemas.microsoft.com/office/powerpoint/2010/main" val="156409405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</Words>
  <Application>Microsoft Office PowerPoint</Application>
  <PresentationFormat>Panorámica</PresentationFormat>
  <Paragraphs>2</Paragraphs>
  <Slides>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Times New Roman</vt:lpstr>
      <vt:lpstr>Tema de Office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Delaney Maria Abreu de la Cruz</dc:creator>
  <cp:lastModifiedBy>Delaney Maria Abreu de la Cruz</cp:lastModifiedBy>
  <cp:revision>1</cp:revision>
  <dcterms:created xsi:type="dcterms:W3CDTF">2026-04-06T01:26:33Z</dcterms:created>
  <dcterms:modified xsi:type="dcterms:W3CDTF">2026-04-06T01:26:50Z</dcterms:modified>
</cp:coreProperties>
</file>